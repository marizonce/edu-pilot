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9CD9F-12C3-312C-EBAB-19CC43650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8EED56-7FD6-3F9B-6660-4464DFBAF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D0D9E5-4682-51A2-B03C-7F58E9B9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53368-171C-05F9-EEBB-29C8F68F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37A57-FA5E-A948-66DF-68AC2A9B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8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1D8A9-33A0-5CFA-4557-25659B96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C251D-FDA3-64ED-A43E-3E6660380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BAA29-C0EF-28D9-17E7-2DD21972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B44EE1-3711-D2DF-7395-37DE1FEF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33D61A-9F2A-96DD-C23F-C27861AEB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4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0F940-1EC6-444B-D168-B75F9A765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8ACB6C-31D8-3913-B37A-CE9F07A83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A960F0-B8D3-4E74-766F-E438681D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95A589-2316-0163-ACE6-976EF151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54E12-DDAA-57A7-DE4E-BE61A472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0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B31F6-D218-6C61-C5A8-F6A3DCA7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5E2E7-3519-8E22-FABA-AA598C17D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705D0C-9307-276F-E35E-8D0FE66CD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9EB8F6-D784-D89B-C5EC-E57A050C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017229-76BB-3E1F-DFD1-310337CE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0A671E-9932-1491-0A60-39CC3BC2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6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504DE-129C-A24A-32C7-508759CF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3528C7-704A-8D47-2A83-4344FE99B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F097F2-E017-3964-E61E-A8401BB03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6CF705-12E7-BFC2-13EF-AA35969EB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2CE850-CA86-5EFF-0BA1-D38B92FB1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9E89DD-A00C-D576-5E3D-96D84921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758D0C-9401-8862-6661-4CBA42FFE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1AB23F-3B24-C235-0313-0244A77B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3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02581-09BF-FC7F-E500-E6935B8B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D6FABD-1C64-1E16-7EB4-E0F2BC9B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3DEF99-1D2F-BCB3-C4FB-CE0E8979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24CCC9-286B-92DA-2111-48EA2A3C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2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CD0577-2B3C-9031-18BE-AC1F6D8B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A6327D-164D-A95C-813F-65B0DFA9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4A022E-6913-CF46-210E-35D18CA9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4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49688-61C3-AAEB-8B87-AE2999EE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402F85-D3A5-ADB0-6D7C-5F9DEFB98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339B55-DE0F-8842-5E84-23A88EA33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EAF327-1F06-C86E-81F3-C4115699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B0C799-30FC-AC96-C4C2-C94D90A5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EADA0-0F50-E0FB-0C42-06E60F0A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7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8B71B-5650-EF05-AEAE-8F2432CC0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FFB9C1-C8C3-B95C-8FDD-11DC84CBA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B3F551-3294-93B7-89C1-AEAE6960B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7C3954-F4FA-2EAA-CE60-3DBD018F6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D04E96-4D81-9E6B-77DF-5E0638F8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2EAFE8-1209-298A-AC82-E0CC0E28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3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500A2-D608-63F9-EF3F-2E5582BC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2D96D5-B66E-8450-5A91-CA2596786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69E99-D29E-1F76-F539-F6BA4AE5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4AE15-5944-A361-720C-042A583C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4BE9C-3CD4-4CE5-589E-CDF12D8D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3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A9771C-9EF4-B161-B18B-F2A296A9C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FE5C42-62CD-E9B1-7101-6B99C8E45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94170-5454-B37A-138B-90CD03C5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C8184-6E98-6277-31C3-9D52BEDE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8D71C8-380B-ECBD-34B5-BF7782F2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3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FD4C0D8-3C2C-1A88-CA47-721535F85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60E2CB-3D86-F521-B109-EDCB64233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A445DF-55FC-A33A-1662-7E9D94264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06624-B49F-4646-9F77-20DE487B881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8AA923-048C-0DAF-3815-CB304D5E2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E6253-80DD-8D55-7404-E3C538F1F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4440F-9D87-49FE-A784-785B5CB0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11C54-9A23-D5FF-4671-3FAC7D2AFB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F0BC51-A9D0-76A6-75A6-885A01932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测试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Marizon</dc:creator>
  <cp:lastModifiedBy>Marizon</cp:lastModifiedBy>
  <cp:revision>1</cp:revision>
  <dcterms:created xsi:type="dcterms:W3CDTF">2026-08-29T06:20:39Z</dcterms:created>
  <dcterms:modified xsi:type="dcterms:W3CDTF">2026-08-29T06:21:01Z</dcterms:modified>
</cp:coreProperties>
</file>